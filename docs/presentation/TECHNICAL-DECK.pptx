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is for people who will poke holes. Be concrete, show the mechanisms, and don't oversell — the test count and the file-backed state are your credibility anchors.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phrase "graceful degradation" matters — consensus uses whichever of codex/gemini are on PATH; it never hard-fails because a CLI is missing. Lead with determinism for skeptical architects.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top to bottom. The key architectural claim: orchestration logic lives in skills/hooks (prose+bash), heavy/typed logic lives in MCP servers (TS+Zod), and *all durable state is files*. There is no server process and no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separation is the heart of the design. Skills are easy to read and modify; MCP servers are where you want type safety and tests. Hooks are the deterministic glue that the model can't skip.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Architects will ask "why not a DB?" Answer: portability, zero-ops, free auditability, and Git as the time machine. The event-sourcing + replay angle is what makes it defensible, not naive.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 is that "advance" is not a vibe — it's an enum-checked predicate evaluated by the engine. Many criteria are *auto-satisfied* by the relevant analyzer skill (next slides).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non-obvious engineering here: (a) the gate hook makes consensus *non-optional* despite the model being free-willed; (b) reviewers see the actual PRD/ADR, not a summary of it; (c) findings are deduped so three reviewers flagging the same line counts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auto-chain: aggregator → specialist patch → apply → next round. It's a real loop with a defined fixpoint and a defined escape hatch. The agreement&lt;0.5⇒REJECTED false-positive bug was fixed in S19 — mention if asked about rigor.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"we don't let the AI scribble on your repo" slide. Diff-first + explicit apply is what makes the autonomous parts palatable to a senior engineer.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engine is the brain (199 tests for a reason); the other four are typed integration surfaces. Mention the coverage thresholds — they're enforced, not aspirational.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Hooks are the deterministic enforcement the model literally cannot route around — they run in the host, not the model. This is how "the AI should run consensus" becomes "the AI cannot proceed without it."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differentiator slide for a technical audience. The loop is: observe → recommend → (optionally) act within bounds → measure the next round → undo if it regressed → remember the regression. Walk the arrows; this is real control theory, not a buzzword.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you defuse the "autonomous AI editing config" fear. Every adjective here — bounded, allow-listed, re-validated, snapshotted, auto-reverting, self-demoting, transactional — is a deliberate guardrail. None of it is hand-wavy.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Privacy isn't a policy here, it's the data model — the only fields that exist are non-sensitive. Make the point that even with the feature on, an attacker reading the global file learns nothing about your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can't run an autonomous loop you can't see. This is the pane of glass — and it's read-only, so observing never mutates. Every absent file degrades to nulls, so a fresh project never errors.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answers "is it tested?" with a number and a taxonomy. The race and config-schema tests show the team tests the *hard* things, not just the happy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extension story matters to a technical buyer who wants to adapt it. The headline: skills/agents are just Markdown — most customization needs no compilation and no platform knowledge.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on the closing line. The whole pitch in one sentence: determinism for trust, intelligence for leverage — and the architecture keeps them in their lanes.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0"/>
            <a:ext cx="7863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VibeFlow — Technical Architecture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2402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an AI-orchestrated SDLC is actually built — and kept honest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3154680"/>
            <a:ext cx="1065276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154680"/>
            <a:ext cx="10652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v2.18.0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906524" y="3154680"/>
            <a:ext cx="2020824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06524" y="3154680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plugin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28516" y="3154680"/>
            <a:ext cx="1586484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28516" y="3154680"/>
            <a:ext cx="15864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MCP servers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72160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72160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skills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167128" y="3721608"/>
            <a:ext cx="1499616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67128" y="3721608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sub-agents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867912" y="3721608"/>
            <a:ext cx="1412748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67912" y="3721608"/>
            <a:ext cx="14127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2,943 tests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766560" y="48280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VibeFlow v2.18.0   ·   1 / 18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principles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71016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188720"/>
            <a:ext cx="77724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Plugin-first. </a:t>
            </a:r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a Claude Code native primitive — skills, hooks, sub-agents, MCP servers. No bespoke runtime.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98424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01952"/>
            <a:ext cx="77724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Truth-driven. </a:t>
            </a:r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are the source of truth; testability score &lt; 60 blocks development.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69748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615184"/>
            <a:ext cx="77724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Consensus-based. </a:t>
            </a:r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Multi-AI review (Claude + ChatGPT + Gemini) with graceful degradation to whatever CLIs are present.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341071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328416"/>
            <a:ext cx="77724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core. </a:t>
            </a:r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hidden cloud calls in the control flow; state is plain files; Git is the version history.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4123944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041648"/>
            <a:ext cx="77724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Enum-safe, schema-validated. </a:t>
            </a:r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schemas on every MCP boundary; status values are enums, never string literals.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766560" y="48280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VibeFlow v2.18.0   ·   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8138160" cy="361188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241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Code host  (operator's machine / CI)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371600"/>
            <a:ext cx="2377440" cy="685800"/>
          </a:xfrm>
          <a:prstGeom prst="rect">
            <a:avLst/>
          </a:prstGeom>
          <a:solidFill>
            <a:srgbClr val="E8F0FE"/>
          </a:solidFill>
          <a:ln w="12700">
            <a:solidFill>
              <a:srgbClr val="D7DF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4264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(40+)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719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 + bash — orchestration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65960" y="2057400"/>
            <a:ext cx="0" cy="256032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83280" y="1371600"/>
            <a:ext cx="2377440" cy="685800"/>
          </a:xfrm>
          <a:prstGeom prst="rect">
            <a:avLst/>
          </a:prstGeom>
          <a:solidFill>
            <a:srgbClr val="E8F0FE"/>
          </a:solidFill>
          <a:ln w="12700">
            <a:solidFill>
              <a:srgbClr val="D7DF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4264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Sub-agents (9)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1719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specialists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2057400"/>
            <a:ext cx="0" cy="256032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989320" y="1371600"/>
            <a:ext cx="2377440" cy="685800"/>
          </a:xfrm>
          <a:prstGeom prst="rect">
            <a:avLst/>
          </a:prstGeom>
          <a:solidFill>
            <a:srgbClr val="E8F0FE"/>
          </a:solidFill>
          <a:ln w="12700">
            <a:solidFill>
              <a:srgbClr val="D7DF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14264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Hooks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89320" y="1719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PreToolUse · SessionStart …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78040" y="2057400"/>
            <a:ext cx="0" cy="256032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77240" y="2313432"/>
            <a:ext cx="758952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236829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servers (5, TypeScript + Zod)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266090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sdlc-engine · codebase-intel · design-bridge · dev-ops · observability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0" y="2999232"/>
            <a:ext cx="0" cy="256032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77240" y="3255264"/>
            <a:ext cx="7589520" cy="1078992"/>
          </a:xfrm>
          <a:prstGeom prst="rect">
            <a:avLst/>
          </a:prstGeom>
          <a:solidFill>
            <a:srgbClr val="E8F0FE"/>
          </a:solidFill>
          <a:ln w="12700">
            <a:solidFill>
              <a:srgbClr val="D7DF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3328416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File-backed state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.vibeflow/state/&lt;project&gt;/  →  project.json (rollup) + events/ (append-only) + archive/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reports: .vibeflow/reports/*.md   ·   consensus: state/consensus/history.jsonl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64515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External CLIs (optional, gated on PATH):  codex · gemini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766560" y="48280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VibeFlow v2.18.0   ·   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four layers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81381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40233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Layer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Primitive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Responsibility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 (prose + bash)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walks, consensus loops, the operator-facing commands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Specialization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Sub-agents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artifact rewrites &amp; reviews in isolated context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writes, drain markers, persist state, inject context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servers (TS + Zod)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transitions, validation, analysis, integrations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251960"/>
            <a:ext cx="813816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42519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stay readable; servers stay typed; hooks are glue the model can't skip.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766560" y="48280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VibeFlow v2.18.0   ·   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model: files, not a database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3749040" cy="1554480"/>
          </a:xfrm>
          <a:prstGeom prst="rect">
            <a:avLst/>
          </a:prstGeom>
          <a:solidFill>
            <a:srgbClr val="141B3C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88720"/>
            <a:ext cx="3474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.vibeflow/state/&lt;project&gt;/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project.json   # phase, criteria, metrics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events/        # append-only log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archive/       # per-phase snapshots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44568" y="1179576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109728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backend. </a:t>
            </a:r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 retired SQLite/Postgres for a pure filesystem store.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44568" y="1956816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87452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gives versioning for free </a:t>
            </a:r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diff state across time, blame a transition, branch a project.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2916936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8346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Rebuildable. </a:t>
            </a:r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bin/replay-events.sh reconstructs project.json byte-for-byte from events/ + archive/.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557016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474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Cross-process safe </a:t>
            </a:r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file locking + a 50-concurrent-writer regression test in the suite.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4206240"/>
            <a:ext cx="813816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2062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Portability, zero-ops, free auditability — and Git as the time machine.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766560" y="48280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VibeFlow v2.18.0   ·   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7 phases &amp; their exit criteria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has machine-checked exit criteria; </a:t>
            </a:r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/vibeflow:advance</a:t>
            </a:r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refuses to move on until they are satisfied.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81381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40080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Phase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Representative gate criteria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prd.approved · testability.score ≥ 60 · consensus.requirements.approved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design.approved · accessibility.verified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adr.recorded · consensus.architecture.approved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test-strategy.approved · sprint.planned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code.reviewed · quality.gates.passed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coverage.met · mutation.score.acceptable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release.decision.go · deployment.verified · health.checks.passed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4348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"Advance" is not a vibe — it's an enum-checked predicate evaluated by the engine.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766560" y="48280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VibeFlow v2.18.0   ·   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Multi-AI consensus — the mechanism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33856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338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86384" y="1627632"/>
            <a:ext cx="0" cy="365760"/>
          </a:xfrm>
          <a:prstGeom prst="line">
            <a:avLst/>
          </a:prstGeom>
          <a:noFill/>
          <a:ln w="19050">
            <a:solidFill>
              <a:srgbClr val="D7DF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097280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 — </a:t>
            </a:r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analysis skill produces an artifact and writes a consensus-needed marker (primaryArtifact + evidence[]).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02082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208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86384" y="2514600"/>
            <a:ext cx="0" cy="365760"/>
          </a:xfrm>
          <a:prstGeom prst="line">
            <a:avLst/>
          </a:prstGeom>
          <a:noFill/>
          <a:ln w="19050">
            <a:solidFill>
              <a:srgbClr val="D7DF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1984248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— </a:t>
            </a:r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PreToolUse hook (consensus-gate.sh) blocks further tool calls until consensus runs — the loop can't be skipped.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907792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9077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86384" y="3401568"/>
            <a:ext cx="0" cy="365760"/>
          </a:xfrm>
          <a:prstGeom prst="line">
            <a:avLst/>
          </a:prstGeom>
          <a:noFill/>
          <a:ln w="19050">
            <a:solidFill>
              <a:srgbClr val="D7DF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2871216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— </a:t>
            </a:r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orchestrator forks reviewers (claude-reviewer + codex + gemini, whichever are present), feeds each the primary artifact (semantically excerpted if large), and collects verdicts.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794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234440" y="3758184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— </a:t>
            </a:r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aggregator computes agreement, dedups critical findings (by {file,line_range} and Jaccard title similarity), and emits a status enum.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766560" y="48280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VibeFlow v2.18.0   ·   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Consensus outcomes &amp; convergence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2606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F2"/>
            </a:solidFill>
            <a:prstDash val="solid"/>
          </a:ln>
          <a:effectLst>
            <a:outerShdw sx="100000" sy="100000" kx="0" ky="0" algn="bl" rotWithShape="0" blurRad="88900" dist="25400" dir="81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051560"/>
            <a:ext cx="2606040" cy="38404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 + 0 critical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73552" y="1051560"/>
            <a:ext cx="2606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F2"/>
            </a:solidFill>
            <a:prstDash val="solid"/>
          </a:ln>
          <a:effectLst>
            <a:outerShdw sx="100000" sy="100000" kx="0" ky="0" algn="bl" rotWithShape="0" blurRad="88900" dist="25400" dir="810000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73552" y="1051560"/>
            <a:ext cx="2606040" cy="384048"/>
          </a:xfrm>
          <a:prstGeom prst="rect">
            <a:avLst/>
          </a:prstGeom>
          <a:solidFill>
            <a:srgbClr val="F4A259"/>
          </a:solidFill>
          <a:ln/>
        </p:spPr>
      </p:sp>
      <p:sp>
        <p:nvSpPr>
          <p:cNvPr id="10" name="Text 8"/>
          <p:cNvSpPr/>
          <p:nvPr/>
        </p:nvSpPr>
        <p:spPr>
          <a:xfrm>
            <a:off x="3273552" y="10515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NEEDS_REVISION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73552" y="14630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50–89%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44184" y="1051560"/>
            <a:ext cx="2606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F2"/>
            </a:solidFill>
            <a:prstDash val="solid"/>
          </a:ln>
          <a:effectLst>
            <a:outerShdw sx="100000" sy="100000" kx="0" ky="0" algn="bl" rotWithShape="0" blurRad="88900" dist="25400" dir="8100000">
              <a:srgbClr val="1E2761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44184" y="1051560"/>
            <a:ext cx="2606040" cy="3840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6044184" y="10515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REJECTED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044184" y="14630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50% or ≥ 2 critical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2322576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2240280"/>
            <a:ext cx="7772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negotiation: </a:t>
            </a:r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 approved, a phase specialist rewrites the artifact as one diff-first patch → next round runs automatically.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2980944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2898648"/>
            <a:ext cx="7772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guardrails: </a:t>
            </a:r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maxIterations ceiling + a convergence-stall guard prevent infinite loops.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" y="363931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557016"/>
            <a:ext cx="7772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escalation: </a:t>
            </a:r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rounds without approval ⇒ HUMAN_APPROVAL_REQUIRED (pass-with-audit), never a silent pass.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4224528"/>
            <a:ext cx="813816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22452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real loop with a defined fixpoint — and a defined escape hatch.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66560" y="48280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VibeFlow v2.18.0   ·   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Diff-first specialists &amp; safe application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71016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188720"/>
            <a:ext cx="77724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phase specialists </a:t>
            </a:r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(PRD, design, ADR, test-strategy, coverage, runbook) never write to source directly.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98424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01952"/>
            <a:ext cx="77724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diff patches </a:t>
            </a:r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emitted under .vibeflow/state/patches/… — every change is a reviewable artifact.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69748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615184"/>
            <a:ext cx="77724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apply-arbiter-patch </a:t>
            </a:r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with preview + explicit confirmation, optional --run-tests, --dry-run.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341071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328416"/>
            <a:ext cx="77724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Reviewable and reversible </a:t>
            </a:r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every AI-authored change is inspectable before it touches your tree.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4160520"/>
            <a:ext cx="8138160" cy="502920"/>
          </a:xfrm>
          <a:prstGeom prst="rect">
            <a:avLst/>
          </a:prstGeom>
          <a:solidFill>
            <a:srgbClr val="141B3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1605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don't let the AI scribble on your repo.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766560" y="48280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VibeFlow v2.18.0   ·   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5 MCP servers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43000"/>
          <a:ext cx="81381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486400"/>
                <a:gridCol w="9144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Server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Surface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Tests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sdlc-engine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state machine, consensus recording, criteria, config schemas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199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codebase-intel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structure, dependency graph, hotspots, tech-debt scan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48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design-bridge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Figma fetch, token extraction, style gen, impl compare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57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dev-ops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+ GitLab clients, pipelines, deploy/rollback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72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observability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 collect, flaky tracking, perf trend, health dashboard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76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251960"/>
            <a:ext cx="813816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42519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TypeScript, all Zod-validated inputs, all with enforced 80/80/80/80 coverage thresholds.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766560" y="48280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VibeFlow v2.18.0   ·   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enforcement via hooks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2331720" cy="594360"/>
          </a:xfrm>
          <a:prstGeom prst="rect">
            <a:avLst/>
          </a:prstGeom>
          <a:solidFill>
            <a:srgbClr val="141B3C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430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phase-write-guard.sh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017520" y="1143000"/>
            <a:ext cx="5623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(PreToolUse) consults phase-policy.json and blocks writes that violate the current phase's boundaries (with an explicit escape hatch).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856232"/>
            <a:ext cx="2331720" cy="594360"/>
          </a:xfrm>
          <a:prstGeom prst="rect">
            <a:avLst/>
          </a:prstGeom>
          <a:solidFill>
            <a:srgbClr val="141B3C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85623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consensus-gate.sh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17520" y="1856232"/>
            <a:ext cx="5623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progress until the required consensus runs.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569464"/>
            <a:ext cx="2331720" cy="594360"/>
          </a:xfrm>
          <a:prstGeom prst="rect">
            <a:avLst/>
          </a:prstGeom>
          <a:solidFill>
            <a:srgbClr val="141B3C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569464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save-plan-doc.sh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17520" y="2569464"/>
            <a:ext cx="5623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every approved plan to docs/SPRINT-NN.md.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282696"/>
            <a:ext cx="2331720" cy="594360"/>
          </a:xfrm>
          <a:prstGeom prst="rect">
            <a:avLst/>
          </a:prstGeom>
          <a:solidFill>
            <a:srgbClr val="141B3C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282696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load-sdlc-context.sh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17520" y="3282696"/>
            <a:ext cx="5623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(SessionStart) restores phase, domain, and pending-review state on every session.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0416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hooks source a shared _lib.sh; bash 3.2-compatible (macOS default shell).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4343400"/>
            <a:ext cx="813816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3434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Hooks run in the host, not the model — enforcement the AI literally cannot route around.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0" y="48280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VibeFlow v2.18.0   ·   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autonomous learning loop (L3)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286000" cy="1143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25400" dir="81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261872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history.jsonl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1572768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consensus roll-up: verdicts + arbiter decisions, cross-session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520440" y="1188720"/>
            <a:ext cx="23774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F2"/>
            </a:solidFill>
            <a:prstDash val="solid"/>
          </a:ln>
          <a:effectLst>
            <a:outerShdw sx="100000" sy="100000" kx="0" ky="0" algn="bl" rotWithShape="0" blurRad="88900" dist="25400" dir="81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30168" y="1261872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learning-loop-engine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30168" y="1572768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mines: slow-converging phases, reviewer skew, recurring themes, ineffective tunes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46520" y="1188720"/>
            <a:ext cx="21945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F2"/>
            </a:solidFill>
            <a:prstDash val="solid"/>
          </a:ln>
          <a:effectLst>
            <a:outerShdw sx="100000" sy="100000" kx="0" ky="0" algn="bl" rotWithShape="0" blurRad="88900" dist="25400" dir="81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56248" y="1261872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learning-apply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56248" y="1572768"/>
            <a:ext cx="1975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config-tune (bounded, allow-listed) · template-route · escalate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520440" y="3017520"/>
            <a:ext cx="23774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F2"/>
            </a:solidFill>
            <a:prstDash val="solid"/>
          </a:ln>
          <a:effectLst>
            <a:outerShdw sx="100000" sy="100000" kx="0" ky="0" algn="bl" rotWithShape="0" blurRad="88900" dist="25400" dir="810000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30168" y="3090672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consensus-aggregator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30168" y="3401568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the next round; auto-revert watch: worse? restore snapshot + cooldown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926080" y="1755648"/>
            <a:ext cx="59436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897880" y="1755648"/>
            <a:ext cx="54864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543800" y="2331720"/>
            <a:ext cx="0" cy="1252728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97880" y="3584448"/>
            <a:ext cx="164592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headEnd type="triangle"/>
          </a:ln>
        </p:spPr>
      </p:sp>
      <p:sp>
        <p:nvSpPr>
          <p:cNvPr id="20" name="Shape 18"/>
          <p:cNvSpPr/>
          <p:nvPr/>
        </p:nvSpPr>
        <p:spPr>
          <a:xfrm>
            <a:off x="1783080" y="3584448"/>
            <a:ext cx="173736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83080" y="3584448"/>
            <a:ext cx="0" cy="-1252728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4846320" y="26974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a tune ▸ watch armed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965960" y="32735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rows feed back ▴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4315968"/>
            <a:ext cx="813816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31596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Observe → recommend → act within bounds → measure → undo → remember.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766560" y="48280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VibeFlow v2.18.0   ·   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 rails on autonomy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3931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F2"/>
            </a:solidFill>
            <a:prstDash val="solid"/>
          </a:ln>
          <a:effectLst>
            <a:outerShdw sx="100000" sy="100000" kx="0" ky="0" algn="bl" rotWithShape="0" blurRad="88900" dist="25400" dir="81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43000"/>
            <a:ext cx="73152" cy="1280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234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 by default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04088" y="1527048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Auto-apply is opt-in and only touches an allow-listed set of config keys — never source, never templates.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1143000"/>
            <a:ext cx="3931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F2"/>
            </a:solidFill>
            <a:prstDash val="solid"/>
          </a:ln>
          <a:effectLst>
            <a:outerShdw sx="100000" sy="100000" kx="0" ky="0" algn="bl" rotWithShape="0" blurRad="88900" dist="25400" dir="810000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43000"/>
            <a:ext cx="73152" cy="1280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910328" y="1234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Re-validated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10328" y="1527048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tune passes the Zod EngineConfigSchema gate + a maxRelativeStep clamp before it lands.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606040"/>
            <a:ext cx="3931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F2"/>
            </a:solidFill>
            <a:prstDash val="solid"/>
          </a:ln>
          <a:effectLst>
            <a:outerShdw sx="100000" sy="100000" kx="0" ky="0" algn="bl" rotWithShape="0" blurRad="88900" dist="25400" dir="8100000">
              <a:srgbClr val="1E2761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606040"/>
            <a:ext cx="73152" cy="1280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2697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Snapshotted + watched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4088" y="2990088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tune snapshots config and arms a watch; if agreement drops past regressionDelta, it auto-reverts + cools down.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2606040"/>
            <a:ext cx="3931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F2"/>
            </a:solidFill>
            <a:prstDash val="solid"/>
          </a:ln>
          <a:effectLst>
            <a:outerShdw sx="100000" sy="100000" kx="0" ky="0" algn="bl" rotWithShape="0" blurRad="88900" dist="25400" dir="8100000">
              <a:srgbClr val="1E2761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606040"/>
            <a:ext cx="73152" cy="12801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4910328" y="2697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Self-demoting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10328" y="2990088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that reverts too often (≥ demoteAfterReverts) is dropped back to propose-only.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06908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F2"/>
            </a:solidFill>
            <a:prstDash val="solid"/>
          </a:ln>
          <a:effectLst>
            <a:outerShdw sx="100000" sy="100000" kx="0" ky="0" algn="bl" rotWithShape="0" blurRad="88900" dist="25400" dir="8100000">
              <a:srgbClr val="1E2761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4069080"/>
            <a:ext cx="73152" cy="6858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" y="4160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Transactional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4088" y="4453128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Multi-key runs revert/hold as one atomic set.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4069080"/>
            <a:ext cx="3931920" cy="6858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406908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adjective is a deliberate guardrail — none of it is hand-wavy.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66560" y="48280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VibeFlow v2.18.0   ·   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Cross-project learning — privacy by construction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271016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1887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Opt-in. </a:t>
            </a:r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globalLearning.enabled, default off.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002536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202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data model. </a:t>
            </a:r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only { key, outcome, phase, projectHash } to ~/.vibeflow/global-learning.jsonl.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734056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6517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SHA-256. </a:t>
            </a:r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projectHash is irreversible — no code, no content, no file names, no themes ever leave the project.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3465576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3832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Recommends, never acts. </a:t>
            </a:r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cross-project-signal detector aggregates hold-rates across ≥ 3 distinct projects and recommends — it never auto-allow-lists or auto-applies.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4206240"/>
            <a:ext cx="8138160" cy="502920"/>
          </a:xfrm>
          <a:prstGeom prst="rect">
            <a:avLst/>
          </a:prstGeom>
          <a:solidFill>
            <a:srgbClr val="141B3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2062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Privacy isn't a policy here — it's the data model. The sensitive fields simply don't exist.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766560" y="48280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VibeFlow v2.18.0   ·   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 of the loop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316736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2344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loop-audit.sh </a:t>
            </a:r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read-only, fully-guarded reader that consolidates every loop surface into one JSON document.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185416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031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surfaces: </a:t>
            </a:r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/vibeflow:status (quick inline glance) and /vibeflow:loop-status (full dashboard + durable .vibeflow/reports/loop-status.md).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3054096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9718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surfaces: </a:t>
            </a:r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per-key revert rates (flags revertRate ≥ 0.5 removal candidates), cooldowns, armed watches, phase-runner progress, and the cross-project signal.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4160520"/>
            <a:ext cx="813816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1605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can't run an autonomous loop you can't see — and observing never mutates.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766560" y="48280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VibeFlow v2.18.0   ·   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engineering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2606040" cy="11887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81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0700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2,943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73552" y="1097280"/>
            <a:ext cx="2606040" cy="11887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81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73552" y="120700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73552" y="18745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layers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44184" y="1097280"/>
            <a:ext cx="2606040" cy="11887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81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44184" y="120700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80/80/80/80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044184" y="18745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thresholds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2688336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606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(vitest, 5 servers) + hook tests (bash) + integration (bash/node) + per-sprint regression harnesses.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3191256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108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Cross-process/file-race regression tests (5-process lock, 50-concurrent-writer).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3694176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611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round-trips, config default/partial-merge/range-rejection tests for every config schema.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197096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114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/ network-failure / large-input / output-budget sentinels.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457200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Green on every release — these tests cover the hard things, not just the happy path.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66560" y="48280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VibeFlow v2.18.0   ·   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Extending VibeFlow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43000"/>
          <a:ext cx="81381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834640"/>
                <a:gridCol w="3749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Extension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Where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How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skill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280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skills/&lt;name&gt;/SKILL.md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prose + bash, YAML frontmatter — no build step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sub-agent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280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agents/&lt;name&gt;.md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 Markdown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hook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280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hooks/scripts/&lt;name&gt;.sh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_lib.sh; wire in hooks.json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MCP tool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280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mcp-servers/&lt;server&gt;/src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Zod-validate input, add tests, npm run build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policy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280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hooks/scripts/phase-policy.json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write boundaries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206240"/>
            <a:ext cx="813816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42062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and agents are just Markdown — most customization needs no compilation and no platform knowledge.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766560" y="48280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VibeFlow v2.18.0   ·   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25296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143000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Full-SDLC governance layer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from Claude Code primitives.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1792224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09928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Multi-AI consensus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iterative convergence, dedup, and explicit human escalation.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35915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27685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File-backed, event-sourced, Git-versioned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— zero-ops, fully auditable.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292608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843784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Bounded, self-reverting autonomous loop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privacy-safe cross-project learning.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49300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410712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~3,000 tests / 30 layers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engineered, not improvised.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4160520"/>
            <a:ext cx="813816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1605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Deterministic where it must be, intelligent where it helps.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66560" y="48280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VibeFlow v2.18.0   ·   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VibeFlow — Technical Deck</dc:title>
  <dc:subject>PptxGenJS Presentation</dc:subject>
  <dc:creator>VibeFlow</dc:creator>
  <cp:lastModifiedBy>VibeFlow</cp:lastModifiedBy>
  <cp:revision>1</cp:revision>
  <dcterms:created xsi:type="dcterms:W3CDTF">2026-06-05T17:31:20Z</dcterms:created>
  <dcterms:modified xsi:type="dcterms:W3CDTF">2026-06-05T17:31:20Z</dcterms:modified>
</cp:coreProperties>
</file>